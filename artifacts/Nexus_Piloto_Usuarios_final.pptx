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235cd4f8d34031" /><Relationship Type="http://schemas.openxmlformats.org/officeDocument/2006/relationships/extended-properties" Target="/docProps/app.xml" Id="Rfb2c9d8471054e9e" /><Relationship Type="http://schemas.openxmlformats.org/officeDocument/2006/relationships/officeDocument" Target="/ppt/presentation.xml" Id="Rd0658821b15a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cd89b54824603"/>
  </p:sldMasterIdLst>
  <p:notesMasterIdLst>
    <p:notesMasterId xmlns:r="http://schemas.openxmlformats.org/officeDocument/2006/relationships" r:id="R32682a2d2e354e10"/>
  </p:notesMasterIdLst>
  <p:sldIdLst>
    <p:sldId xmlns:r="http://schemas.openxmlformats.org/officeDocument/2006/relationships" id="256" r:id="R5c335e42c4794a57"/>
    <p:sldId xmlns:r="http://schemas.openxmlformats.org/officeDocument/2006/relationships" id="257" r:id="Rb8c152289fe149e9"/>
    <p:sldId xmlns:r="http://schemas.openxmlformats.org/officeDocument/2006/relationships" id="258" r:id="R2064532b00af4c1d"/>
    <p:sldId xmlns:r="http://schemas.openxmlformats.org/officeDocument/2006/relationships" id="259" r:id="R1c971b8c68c9497a"/>
    <p:sldId xmlns:r="http://schemas.openxmlformats.org/officeDocument/2006/relationships" id="260" r:id="Rdeae6d97da1048f0"/>
    <p:sldId xmlns:r="http://schemas.openxmlformats.org/officeDocument/2006/relationships" id="261" r:id="Redd4463ce76740d9"/>
    <p:sldId xmlns:r="http://schemas.openxmlformats.org/officeDocument/2006/relationships" id="262" r:id="R5375e89724d445e8"/>
    <p:sldId xmlns:r="http://schemas.openxmlformats.org/officeDocument/2006/relationships" id="263" r:id="R707a73c6d7e84131"/>
    <p:sldId xmlns:r="http://schemas.openxmlformats.org/officeDocument/2006/relationships" id="264" r:id="Rba9608a3a334440a"/>
    <p:sldId xmlns:r="http://schemas.openxmlformats.org/officeDocument/2006/relationships" id="265" r:id="Re87a6a113cc441bb"/>
    <p:sldId xmlns:r="http://schemas.openxmlformats.org/officeDocument/2006/relationships" id="266" r:id="R04ad9c452bcc48cb"/>
    <p:sldId xmlns:r="http://schemas.openxmlformats.org/officeDocument/2006/relationships" id="267" r:id="R41679626272741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46b6b4dbf45c8" /><Relationship Type="http://schemas.openxmlformats.org/officeDocument/2006/relationships/slideMaster" Target="/ppt/slideMasters/slideMaster1.xml" Id="Rf1ecd89b54824603" /><Relationship Type="http://schemas.openxmlformats.org/officeDocument/2006/relationships/notesMaster" Target="/ppt/notesMasters/notesMaster1.xml" Id="R32682a2d2e354e10" /><Relationship Type="http://schemas.openxmlformats.org/officeDocument/2006/relationships/presProps" Target="/ppt/presProps.xml" Id="R4017892ae7f342cc" /><Relationship Type="http://schemas.openxmlformats.org/officeDocument/2006/relationships/tableStyles" Target="/ppt/tableStyles.xml" Id="R15fab750db8e46e8" /><Relationship Type="http://schemas.openxmlformats.org/officeDocument/2006/relationships/slide" Target="/ppt/slides/slide1.xml" Id="R5c335e42c4794a57" /><Relationship Type="http://schemas.openxmlformats.org/officeDocument/2006/relationships/slide" Target="/ppt/slides/slide2.xml" Id="Rb8c152289fe149e9" /><Relationship Type="http://schemas.openxmlformats.org/officeDocument/2006/relationships/slide" Target="/ppt/slides/slide3.xml" Id="R2064532b00af4c1d" /><Relationship Type="http://schemas.openxmlformats.org/officeDocument/2006/relationships/slide" Target="/ppt/slides/slide4.xml" Id="R1c971b8c68c9497a" /><Relationship Type="http://schemas.openxmlformats.org/officeDocument/2006/relationships/slide" Target="/ppt/slides/slide5.xml" Id="Rdeae6d97da1048f0" /><Relationship Type="http://schemas.openxmlformats.org/officeDocument/2006/relationships/slide" Target="/ppt/slides/slide6.xml" Id="Redd4463ce76740d9" /><Relationship Type="http://schemas.openxmlformats.org/officeDocument/2006/relationships/slide" Target="/ppt/slides/slide7.xml" Id="R5375e89724d445e8" /><Relationship Type="http://schemas.openxmlformats.org/officeDocument/2006/relationships/slide" Target="/ppt/slides/slide8.xml" Id="R707a73c6d7e84131" /><Relationship Type="http://schemas.openxmlformats.org/officeDocument/2006/relationships/slide" Target="/ppt/slides/slide9.xml" Id="Rba9608a3a334440a" /><Relationship Type="http://schemas.openxmlformats.org/officeDocument/2006/relationships/slide" Target="/ppt/slides/slide10.xml" Id="Re87a6a113cc441bb" /><Relationship Type="http://schemas.openxmlformats.org/officeDocument/2006/relationships/slide" Target="/ppt/slides/slide11.xml" Id="R04ad9c452bcc48cb" /><Relationship Type="http://schemas.openxmlformats.org/officeDocument/2006/relationships/slide" Target="/ppt/slides/slide12.xml" Id="R41679626272741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bf5e8b45245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30f93149a44b7" /><Relationship Type="http://schemas.openxmlformats.org/officeDocument/2006/relationships/notesMaster" Target="/ppt/notesMasters/notesMaster1.xml" Id="Rd375eae47e4143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a27a99a9ed4cfb" /><Relationship Type="http://schemas.openxmlformats.org/officeDocument/2006/relationships/notesMaster" Target="/ppt/notesMasters/notesMaster1.xml" Id="R6cf3cf3f5b4942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50151695514287" /><Relationship Type="http://schemas.openxmlformats.org/officeDocument/2006/relationships/notesMaster" Target="/ppt/notesMasters/notesMaster1.xml" Id="R7c9a09999e96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2de324ccc54e55" /><Relationship Type="http://schemas.openxmlformats.org/officeDocument/2006/relationships/notesMaster" Target="/ppt/notesMasters/notesMaster1.xml" Id="R870b03ad876e47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1f44ed0c424a9a" /><Relationship Type="http://schemas.openxmlformats.org/officeDocument/2006/relationships/notesMaster" Target="/ppt/notesMasters/notesMaster1.xml" Id="Rdd75db22d21c42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dea6875394c61" /><Relationship Type="http://schemas.openxmlformats.org/officeDocument/2006/relationships/notesMaster" Target="/ppt/notesMasters/notesMaster1.xml" Id="R84cc967bc987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c39a1390e14622" /><Relationship Type="http://schemas.openxmlformats.org/officeDocument/2006/relationships/notesMaster" Target="/ppt/notesMasters/notesMaster1.xml" Id="Rbb58159b268d4c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71bfe4ab034877" /><Relationship Type="http://schemas.openxmlformats.org/officeDocument/2006/relationships/notesMaster" Target="/ppt/notesMasters/notesMaster1.xml" Id="R0d299e75a0c3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dbec096e3d4e76" /><Relationship Type="http://schemas.openxmlformats.org/officeDocument/2006/relationships/notesMaster" Target="/ppt/notesMasters/notesMaster1.xml" Id="R19f4865c507849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c26c11ed4480d" /><Relationship Type="http://schemas.openxmlformats.org/officeDocument/2006/relationships/notesMaster" Target="/ppt/notesMasters/notesMaster1.xml" Id="Re2f56feb35fb40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d68ab24d2d4ba0" /><Relationship Type="http://schemas.openxmlformats.org/officeDocument/2006/relationships/notesMaster" Target="/ppt/notesMasters/notesMaster1.xml" Id="Ra0775284d8564a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dd0fdac2404d7c" /><Relationship Type="http://schemas.openxmlformats.org/officeDocument/2006/relationships/notesMaster" Target="/ppt/notesMasters/notesMaster1.xml" Id="Rb802dad4cdc8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no estado atual do repositório Nexus em 06/10/2026. Fontes: docs/ESTADO_ATUAL.md; agentes/ferramentas.js; agentes/capacidades.js.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docs/ESTADO_ATUAL.md, seções 'O que é o Nexus' e 'Governança e isolamento'.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agentes/assistente_nexus.js; nexus/governanca.js; nexus/auditoria_ia.js. O diagrama simplifica o fluxo de execução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hub/components/hub-shell.tsx (SOURCE_MODES) e docs/ESTADO_ATUAL.md. O modo explícito vale por uma mensagem e depois retorna a Automático.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agentes/ferramentas.js e agentes/capacidades.js. A disponibilidade concreta depende das permissões do usuário e das flags do ambiente.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tools/core/inteligencia_produto.js; tools/analisar_evolucao_produto.js; tools/diagnosticar_produto_360.js; tools/detectar_excecoes_produto.js; tools/comparar_canais_produto.js.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docs/ESTADO_ATUAL.md; nexus/file_processing.js; nexus/attachment_analysis.js; nexus/artefatos.js; nexus/chart_builder.js.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Orientação operacional baseada nos contratos das tools. Exemplos são recomendações de uso; não representam dados reais.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Recomendação de uso do result_ref persistido: mantenha o encadeamento na mesma conversa para preservar seleção e escopo.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docs/ESTADO_ATUAL.md; hub/components/hub-shell.tsx; nexus/auditoria_ia.js. O trace é o identificador de diagnóstico, não contém o conteúdo integral da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docs/ESTADO_ATUAL.md, seção 'O que o Nexus não faz hoje'. Limites adicionais: alertas de produto são sob demanda; estoque pode ser somente fotografia atual; recursos podem estar desabilitados por ambiente.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fechamento para orientar a condução do piloto. Relate problemas com pergunta, resultado esperado e trace; não compartilhe dados sensíveis fora dos canais autorizados.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0d6e4c566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c9e83c65c843e8" /><Relationship Type="http://schemas.openxmlformats.org/officeDocument/2006/relationships/slideLayout" Target="/ppt/slideLayouts/slideLayout1.xml" Id="Ra808cb03e871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08cb03e871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8340748a34043" /><Relationship Type="http://schemas.openxmlformats.org/officeDocument/2006/relationships/notesSlide" Target="/ppt/notesSlides/notesSlide1.xml" Id="R8b92d18543c84c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761202dfe408b" /><Relationship Type="http://schemas.openxmlformats.org/officeDocument/2006/relationships/notesSlide" Target="/ppt/notesSlides/notesSlide2.xml" Id="R68e0264e0be0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ab4f4111445d" /><Relationship Type="http://schemas.openxmlformats.org/officeDocument/2006/relationships/notesSlide" Target="/ppt/notesSlides/notesSlide3.xml" Id="Rac0619766e1a42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480e283d94a39" /><Relationship Type="http://schemas.openxmlformats.org/officeDocument/2006/relationships/notesSlide" Target="/ppt/notesSlides/notesSlide4.xml" Id="R8a1df5dd89034b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acc6a13124c70" /><Relationship Type="http://schemas.openxmlformats.org/officeDocument/2006/relationships/notesSlide" Target="/ppt/notesSlides/notesSlide5.xml" Id="R70efb7eb561f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c51700fee45bc" /><Relationship Type="http://schemas.openxmlformats.org/officeDocument/2006/relationships/notesSlide" Target="/ppt/notesSlides/notesSlide6.xml" Id="R0774316c368d41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c9ca644f4f75" /><Relationship Type="http://schemas.openxmlformats.org/officeDocument/2006/relationships/notesSlide" Target="/ppt/notesSlides/notesSlide7.xml" Id="R154c3675b0e94a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57fe718614a0d" /><Relationship Type="http://schemas.openxmlformats.org/officeDocument/2006/relationships/notesSlide" Target="/ppt/notesSlides/notesSlide8.xml" Id="R9aaca40c8adc44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b74f3bab143be" /><Relationship Type="http://schemas.openxmlformats.org/officeDocument/2006/relationships/notesSlide" Target="/ppt/notesSlides/notesSlide9.xml" Id="R4d0e97e001034c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a665caf574b3c" /><Relationship Type="http://schemas.openxmlformats.org/officeDocument/2006/relationships/notesSlide" Target="/ppt/notesSlides/notesSlide10.xml" Id="R2cb668416b7140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9242ed226457e" /><Relationship Type="http://schemas.openxmlformats.org/officeDocument/2006/relationships/notesSlide" Target="/ppt/notesSlides/notesSlide11.xml" Id="Re26954c39507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1a2de4e3a4176" /><Relationship Type="http://schemas.openxmlformats.org/officeDocument/2006/relationships/notesSlide" Target="/ppt/notesSlides/notesSlide12.xml" Id="R2e71d3b660594d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11E6D-3803-4D20-B25E-A9313382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6B4F1-9E9A-4FB1-BA89-0C94AC02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9DD1-6AE8-4372-A30B-AD9BE57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525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E619C-8E2E-44C9-9C1E-F785F7C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191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00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24BFE-9E48-4B5A-82C1-F297A73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383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B7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9C81C-F71C-4EE4-94AE-C2135973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00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74155-8E52-4141-B2FC-7E93BD36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B085C-1134-4D39-8B16-B28ED35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00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8FF32-4211-4E17-950F-9AD6947B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B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E9C28-6D0C-4222-AA00-24FB338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00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7D1B4-548C-496C-9DAD-DBF2A2F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8B0DB-DF5A-4BA2-B0AE-A0BC7BB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62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00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7B90A-BED8-4D76-A58D-24D43BD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815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B7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3482B-3F4F-4B5D-9AE5-7177D88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481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00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8BD74-9FE3-4CF0-835D-CA3195DC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540068" cy="540068"/>
          </a:xfrm>
          <a:prstGeom xmlns:a="http://schemas.openxmlformats.org/drawingml/2006/main" prst="roundRect">
            <a:avLst>
              <a:gd name="adj" fmla="val 14109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8BCD8-0491-4953-B18E-1E4CCC75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76" y="602933"/>
            <a:ext cx="462915" cy="57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3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83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B64BA-B957-45AA-BB8C-7C296366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APRESENTAÇÃO DO PILOTO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E6367-F3C1-403F-A215-240015E7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Nexus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9F6B2-C43A-42D1-B138-568D0EFF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Inteligência FID para perguntar, analisar e decidir com evidência.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6D00C-94E9-4365-8E72-A1A8F092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4AD9A-6653-4084-9A30-798969E0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Piloto orientado a uso seguro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3F6B3-84BC-45F4-9619-DD21DDB5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29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O que usar · como pedir · como validar · onde parar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677F9-FD11-443F-8B0D-FC3E6BD4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ABF69-974E-447A-AC5C-1A7369D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DE7F8-F446-492F-83BE-F636070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2886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0AAA2-C57A-4F68-BD5E-9FDE635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ACBFD-4D55-486C-BE22-B1AC2F8C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C04C7-7112-45BA-A5C4-38B221F8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01 · ESSÊNCIA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47F1E-B8EC-457B-ACA2-744BDC2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Um assistente — várias fontes — uma regra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15F47-ED62-4C21-956E-5A897FA4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 Nexus conversa; o código controla acesso, evidência e cálculo.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D7BD-47B0-41EC-BF9A-A6A9036B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EA91B-8704-4763-BD98-EBBE5EC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1F071-CB84-4599-9670-C448453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Entende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6C2BE-E9BF-48A3-BE34-8C9427F0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Lê a intenção e o contexto da conversa.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3DF59-1B21-4F20-8B7C-086F6865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385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2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3B644-C33E-4AEA-B178-62B7EBFF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D50C6-693E-4B13-8741-6FD9F65A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F085-4F66-488F-A6CB-B09C3C9B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33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Autoriza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71078-9E33-4302-9E7F-314418F9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Cruza usuário, setor, papel e capability.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F21E8-4B69-4453-A758-B910686C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2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AAE23-4102-4321-BD93-76BDEAC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98760-3682-4043-9B49-4083AD75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CD48E-2417-4C4C-B2B2-C4B0E44F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Executa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8E167-D328-48F1-BD81-95D7BCF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Consulta fontes e calcula fora do LLM.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D6E4E-0576-4AFB-AE2E-1CD0DDAF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385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2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CA005-9545-42FB-A6E3-4416B4F0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27C86-B317-4DDD-8114-91B52E73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46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5BF0B-D7D7-46E5-969F-C00FE8F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433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Explica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CA472-D55C-44AB-8205-55EE1D33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76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Responde com origem, data e trace.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DA7E5-5607-4E14-A8F1-B0BEDC26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562C4-51B0-43AF-99B7-EA8639B3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CDECF-985E-4EC8-AF22-05B31E7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5049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D41A17-3874-4429-86C3-DAB2B4B9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8BBFE-0CC9-4789-B7DF-014F1AB8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56CEA-6880-4F3C-B33F-73EE4DC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02 · CONFIANÇA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1B4C6-EFA1-45E7-8790-195A202B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Como uma resposta corporativa nasce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899F9-D59D-42F9-BECA-FE98B2BD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 modelo não recebe uma chave do banco: recebe somente evidência autorizada.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175F9-2441-4AE3-A483-FE2CD73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3B1DC-2A86-49B0-95AC-66D82AA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52F38-7A83-40F8-8500-DA281E61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Pergunta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4F849-1202-4F80-8310-B9841EC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93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mensagem autenticada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8B3E0-CC96-482C-8AF2-C08B522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57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DDBAE-3D8D-4AE9-8B8E-CABAEBB0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32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97E7-EFD7-4D97-9E2C-B0B89136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CCE25-2949-4E60-88CB-DFA64F65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24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029D-679D-4ADD-97FB-3F68B4F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8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modo + contexto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34910-AC5F-46E9-84B8-D69CA6FC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57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5C83C-889C-43B7-89C5-ADB590B8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D88BC-54DF-4B47-81F5-8FDEA39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9E2E7-5E41-408D-8B26-63F64105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24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Permissão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0CE9B-20EE-407E-B0B5-EA9B569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usuário + setor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AFA37-7A09-4789-8A10-3667823E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07CEC-94CA-4CAB-B217-B109DB9E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7C892-0457-4AE9-B0D6-A9B6E5C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09C7E-2D55-4BC1-8E13-A1E69E54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FF131-9865-41B1-8332-B96F1765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22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Sysemp / Knowledge /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76C6D-60C5-4166-AD90-E7443D09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99C72-E608-4BEB-82B2-1AFCEF3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91CA3-A184-4E2D-8444-E159529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7640B-F4B6-445A-AA75-1808025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Cálculo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CEC45-F0EF-4140-98C0-B212A497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0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código + DuckDB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15FD0F-A6A1-42BB-A592-56361AD8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C3C7D-0383-4ACB-9E12-0B97415B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43200"/>
            <a:ext cx="156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5DCA38-A09F-43AB-855C-492EDE00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14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51B450-197A-4CFF-A021-C044EBAE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24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838066-FC6B-44AD-9848-C617DD8B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fonte + trace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32E228-9B0D-4050-AC71-8EBA3D1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394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DFCC9C-7A39-4876-A686-65BB9F8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Regra prática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E9BAA7-E9FF-41A4-BF4A-AAE81F6E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863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04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Se a fonte não foi realmente consultada, o Nexus não deve apresentar o dado como comprovado.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B4DC23-F1F9-4489-92B7-9CC7CF9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0AEC74-B4DC-4C4E-91DD-C855AEC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4B5099-2D7D-43AE-9916-D55814E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758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BE8B2E-94BC-41FA-80EA-A95BC955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2CC44-5C76-4C93-BAD8-53DD9823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55E2A-E4D5-4483-B973-B2108A31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03 · ESCOLHA DA FONTE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5D1BF-EFFA-46FB-914E-E079092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Seis modos. Automático continua sendo o padrão.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56039-1BB4-4466-9208-32BFC004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Use o + quando quiser controlar a fonte daquela mensagem.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40621-6E32-49B6-A48E-79A8B875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333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8005E-6457-47D5-B9BF-2D413044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59567-9FF0-4B50-8DBD-4F7A7A78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Automático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9B266-296C-43BB-94B7-FED22636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0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Escolhe a fonte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EE2DA-B026-40DD-ADE1-B89FEA4D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333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6BB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8DCC5-A599-4B14-A7F9-D256BEA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62173-9A3D-437C-81A3-906A5E5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Conhecimento geral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6A3E5-1E3E-4D70-A272-87A06F6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Sem Sysemp ou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F3610-D60E-468A-9F98-E94758B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333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16A81-FD7A-469E-BB33-77379F60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11451-540E-4C54-A7B4-8E176B3C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Consultar dados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55EA9-01AF-4A49-88E7-78C50699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Indicadores internos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C3337-534A-4A55-A101-609F9FB8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3333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F7C75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832F2-0FB0-4F81-B487-0D08C9C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C7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3065E-98AA-44EA-9943-7EEA4F01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81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Documentação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92D4C-E4C7-4A18-89B2-B0AF734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81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Políticas e manuais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95424-4C2E-48C1-B894-605AC504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0025"/>
            <a:ext cx="3333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6BB7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2FF17-C851-4811-B1B4-8C88229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0419D-38FD-4DC8-981C-B4575F1C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81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Pesquisa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B5736-8CDE-400F-A617-9739C7E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81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Fontes públicas citadas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8D06A-D3B6-433C-8088-A360642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3333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FF7C8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DB19B-A4D3-4B30-93B1-223C5040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8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AE18F-4DD8-4A6F-8EA9-7A778DC1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81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Criar imagem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D8BDB-ACC1-44A0-931B-B28E6A23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81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Geração e edição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0E125-3E47-4B7C-98CE-E8F2DBF2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Dica: se o Automático não iniciar uma consulta interna que você esperava, reenvie em + → Consultar dados.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1B3CE-7748-461E-9B79-4854D3D4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F537A-FFEA-4C81-85C3-5855889E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D5557-07BF-4105-A278-7B9FDC8E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0400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CBE0E-4CCF-4AA1-B6B3-DE9EA1C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37AA9-351F-46A9-8AB8-0A54FB9F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7C514-043A-42BF-8373-9A39303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04 · CAPACIDADES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87BD6-7BFD-487B-9442-07818B0B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O que o Nexus consulta hoje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8DF6C-F58E-4137-AA14-98031633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Leitura autorizada do Sysemp; sem escrever ou alterar o ERP.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5309E-FE82-49AD-8993-EB4476F8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A1785-E7E1-4DAF-BECD-9DA10BF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B964C-F7C5-47F2-9D8F-093EEB26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622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vendas · faturamento · pedidos · notas · desempenho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9A8AE-867C-4365-BD77-58CF00F4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BB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B7FF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7048E-827E-4F6B-B174-669BC56C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67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E1AFD-AADB-4005-A5FE-1EEF287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432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catálogo · evolução · canais · diagnóstico 360°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E1C35-60C5-4CE8-88F1-A39326A6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C7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C75B"/>
                </a:solidFill>
                <a:latin typeface="Arial"/>
                <a:ea typeface="Arial"/>
                <a:cs typeface="Arial"/>
              </a:rPr>
              <a:t>Estoque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CF208-1DF0-45BB-BCE9-D2264468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481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75B57-3CF9-4BAD-9998-527D75D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242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saldo · reserva · giro · ruptura · reposições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4751-1D43-4F7F-BA30-2FF01432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DC3B5-12AE-4237-9319-7939E16F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291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3302E-14DE-4956-9BEF-69431C49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053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status · cancelamentos · devoluções · bloqueios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F8A6E-824E-42B9-B6E8-0C698C27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BB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B7FF"/>
                </a:solidFill>
                <a:latin typeface="Arial"/>
                <a:ea typeface="Arial"/>
                <a:cs typeface="Arial"/>
              </a:rPr>
              <a:t>Logística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08841-17D9-403A-9B41-302340EF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0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36894-6094-40E9-8789-583E64E3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frete · transportadora · regras · resultado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286B0-CD93-4ADA-81BF-95344A34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Gestão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58F66-9132-4913-B7D2-644FCFF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911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3E75C-4800-4279-8591-59D257D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673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indicadores · pessoas · influências · auditoria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3AD3F-9FE6-4AB0-91AF-6BC91B85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264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6DAC5-4720-4A70-8FB1-1902F8B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38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Selo esperado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529AD-AFBC-40F1-961C-378BA022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86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◆ Dados do Sysemp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DDF55-79A8-4CEE-863E-9D3C06FA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A8A11-1073-4558-AE26-52CDADB6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4B037-65C7-443F-87AE-76A9B24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3827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A3AE7F-EB88-4855-A77D-9ED9F64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6A122-5CEB-4CE5-AD7F-62686285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9FA61-D8E5-4BDA-A978-9F4B785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05 · PRODUTO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763BC-7B84-4155-B59D-788FAB9C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Quatro leituras para sair do ranking e chegar à decisão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46E88-8748-4EF0-BFFD-0F284C57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A seleção fica congelada para comparar os mesmos produtos ao longo do tempo.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B5829-E641-4674-AA8F-57F7C584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524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05E51-BBFE-4AF8-96D3-502A93EF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8D82E-E9F9-415A-A38C-BD298675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8D832-6707-4F55-A52A-A3E2FB13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FF9B"/>
                </a:solidFill>
                <a:latin typeface="Arial"/>
                <a:ea typeface="Arial"/>
                <a:cs typeface="Arial"/>
              </a:rPr>
              <a:t>dia · semana · mês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BF05D-1037-46BC-B4D5-51F4F5D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acompanha top N e preenche períodos sem movimento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E9BC8-AC7A-4303-8E3D-4602EE27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2524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DDE8-9A43-4EC1-B57D-57A2B17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003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54A80-809F-421D-B1FA-1A039C1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24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Diagnóstico 360°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9510E-5B24-4321-B094-AC3B04DD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10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FF9B"/>
                </a:solidFill>
                <a:latin typeface="Arial"/>
                <a:ea typeface="Arial"/>
                <a:cs typeface="Arial"/>
              </a:rPr>
              <a:t>venda + canal + estoque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31268-6763-4EB0-97DD-1E656CA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6720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7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combina histórico com a fotografia atual do estoque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EBD0C-956F-4A4C-B135-E5F60199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524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9B07E-C326-441F-B1F0-4E3749B0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463FC-3F4A-4AB6-AD5A-0BD34899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Alertas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A6393-E843-42AF-AEED-D7EB30D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FF9B"/>
                </a:solidFill>
                <a:latin typeface="Arial"/>
                <a:ea typeface="Arial"/>
                <a:cs typeface="Arial"/>
              </a:rPr>
              <a:t>regras locais sob demanda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2A7A6-3752-4A87-A2CC-B927E093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queda, concentração, ruptura, atraso e contribuição negativa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4B1D3-F762-4E09-B142-4BAD6B5A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09850"/>
            <a:ext cx="2524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1F6CC-E713-4049-A590-B509290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003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F2EA0-4B36-4C02-8636-2476100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24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Canais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E29B4-4F3E-43C1-BB3A-A282630C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10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FF9B"/>
                </a:solidFill>
                <a:latin typeface="Arial"/>
                <a:ea typeface="Arial"/>
                <a:cs typeface="Arial"/>
              </a:rPr>
              <a:t>produto × plataforma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50EB9-2075-4CBF-B90A-A433F96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6720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participação, margem, comissão e variação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470D0-63DA-4B63-8AD0-808262A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C7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C75B"/>
                </a:solidFill>
                <a:latin typeface="Arial"/>
                <a:ea typeface="Arial"/>
                <a:cs typeface="Arial"/>
              </a:rPr>
              <a:t>Contribuição após comissão ≠ lucro. Estoque atual ≠ histórico de estoque.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9471B-120D-42F3-9BC0-B2A3EA3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BAFA5-62EE-4D30-A502-831E60F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5A5EC-5120-4C73-95EB-02B1C30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5310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6217A-85EE-4283-956D-00EAEBFF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37FB-F2A0-4435-B188-AE37CB61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C322A-EBF5-4A79-B885-24CAEBC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06 · ARQUIVOS E CRIAÇÃO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039C5-30BE-4B6A-8A29-B8489CB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O anexo entra como evidência — nunca como instrução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53840-693A-4616-B29B-5DE5789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 conteúdo completo fica fora do prompt; o agente recebe trechos e localizadores relevantes.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4969E-7E5D-4C1A-B8BA-4A93CCD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257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51D5A-4423-40C0-88FA-92B9B64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4FF98-CE46-4E32-8F80-90C241D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28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PDF · DOCX · XLS · XLSX</a:t>
            </a:r>
          </a:p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PNG · JPEG · WebP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C85AA-F736-4D32-BCE5-B5AB81E6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OCR, fórmulas, abas, tabelas e células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10B84-6511-4ED4-B2B0-6982D52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3257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69F17-56FF-4F93-A430-FA8A6C4A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38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ANALISAR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46595-10FA-4234-9A88-1EA9F899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33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9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contar · comparar · agrupar</a:t>
            </a:r>
          </a:p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cruzar · explicar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56D95-0B6A-4A6A-995B-A853ABBB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576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Cálculo local e referências exatas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D93A7-76B2-4101-A421-7429270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3257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0E0A1-0891-4D5A-8A45-41B3854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CRIAR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CB7D9-EBF9-4248-BBD5-3D62A8D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XLSX · DOCX · PDF</a:t>
            </a:r>
          </a:p>
          <a:p xmlns:a="http://schemas.openxmlformats.org/drawingml/2006/main">
            <a:pPr>
              <a:defRPr sz="172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PNG · JPEG · WebP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81BB7-C936-4FC7-B08D-41D228C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Arquivos privados, gráficos exatos e imagens beta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2BC09-F1A2-4027-91BD-20A742E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Texto do arquivo não pode pedir tools, conceder acesso ou mudar a intenção do usuário.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A6506-F728-4076-A8E4-19615BCA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B5062-3884-46E3-A0E3-B18B1594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0F15C-F104-4FE1-8E20-CED0CA7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8527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8C9CA-3997-4C18-87AD-DE8CB65B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FCE85-839D-4C69-A1B8-E953028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84650-E2EA-4305-B663-B88BB1D6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07 · COMO USAR BEM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89669-11DA-4376-A165-88902874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Um bom pedido fecha cinco decisões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228AF-CA89-49F4-935F-78E0ECF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Objetivo + escopo + período + métrica + entrega.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04B64-B656-4511-BE11-52E9462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1 · OBJETIVO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F1B2F-AB4F-44F1-86CF-CBF5901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981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C400B-B6BA-4DC6-A13B-2BE71E31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o que decidir?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B58EC-4F03-4A9F-B86D-7B4A1625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2 · ESCOPO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6027A-CA5C-47A3-A954-F1DA141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43225"/>
            <a:ext cx="1981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0CDB9-3FBD-4C9D-B9C8-79AE6FA2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qual produto/canal?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63084-D945-43E3-8496-172FD971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3 · PERÍODO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2ABA5-643C-4AA7-8278-A0FC710D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43225"/>
            <a:ext cx="1981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FA59E-BA43-4ED6-889B-1208F4BF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337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quando?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BC989-DD40-4EC4-B37A-11D383B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4 · MÉTRICA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261FD-D1A1-490B-B88F-C15DF12B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43225"/>
            <a:ext cx="1981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745DC-F462-4888-B70E-B86B436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337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qual número?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9D4F9-953C-4757-9809-19384B6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5 · ENTREGA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065CA-C362-4D34-835C-8646038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43225"/>
            <a:ext cx="1981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18495-69C8-49F6-8AEB-8C5CC4C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337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chat, gráfico ou XLSX?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0C9B4-A7EB-4623-B117-259F2041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PEDIDO VAGO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F7D72-6A06-4BB0-B621-194ECE3D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“Como estão os produtos?”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42334-9540-4E8D-8346-11545B8E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005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10F26-CCE0-4BB3-94AF-2B95A3F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PEDIDO OPERACIONAL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9AB3F-B702-4824-8D0B-E0086165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42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“Compare o faturamento dos 10 produtos líderes de julho a setembro, por mês, e gere um gráfico de linha.”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CF3B5-65B0-4A71-B804-EEC32C2D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56EDE-6B5B-4E39-B2EF-7B18ECE0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14A45-EF49-48A9-936D-4EFC8F56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8572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E1F28D-AA91-45B7-85FB-8A94C44B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CDFE9-3F97-4B3E-97F6-C9D8B3B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270E2-DC3D-4D75-AFFE-F4B67306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08 · COMO USAR MELHOR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213CF-DC46-4973-BB54-1BD92AD9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Conduza a análise em etapas na mesma conversa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7BCF-9B68-4062-9E4C-0A2AF527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 resultado completo fica preservado; o prompt recebe apenas um resumo compacto.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68264-1633-4CE0-B27C-8AC29D0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2FF9B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B7B75-7606-4CC9-B999-1D2B67A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0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0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156A6-2C91-4EA1-8CFB-09CF85D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66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Descobrir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33AE1-4FF5-4205-B8BA-E0C641CE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479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Mostre os 10 produtos que mais faturaram em setembro.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CFB16-4C81-4606-8B99-EF304773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241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FEC7C-4F72-41FE-8031-CE989B5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44DEB-6374-40BF-975D-31ED033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55457-8906-4DB8-BABF-696AED1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Fixar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CC884-D574-43CF-B99D-934249F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718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Use esses mesmos 10 produtos na comparação.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BA316-0998-4997-95B6-05B8F417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48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4D95D-8612-4346-8A76-4046AB1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AD353-B4FE-483D-BE1C-920B8C5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A77D2-FA56-47F7-B8FF-E32AA83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Comparar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1D3CC-31A2-431B-8D09-5327060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957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Compare julho, agosto e setembro, mês a mês.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B31CB-3AA7-4A8E-8578-757C6B04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719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A261F-9EAB-4CFC-A31C-35DCB501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E8F49-C99B-4DA9-8A73-04FC694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D0886-7DCD-4B67-A64A-E4A6AD23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386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94F9D-BD20-4750-97E6-74FD7129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196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Destaque quedas, canal e risco de estoque.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2455D-E7A8-4BE8-855F-E371D1B7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958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61F29-C399-439C-8063-0F266DB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AB0E9-27CA-475B-99A6-B28D200C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43875-B36F-4A1E-BC94-F3A11701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625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Entregar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BE321-DCB5-4AD5-844B-E1CC7260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435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Gere o gráfico e a planilha completa.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C40DE-4580-4098-84F9-2D0886D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619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81F930-63EC-4A9D-9A69-B137D18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34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7C7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C75B"/>
                </a:solidFill>
                <a:latin typeface="Arial"/>
                <a:ea typeface="Arial"/>
                <a:cs typeface="Arial"/>
              </a:rPr>
              <a:t>Não troque de chat no meio.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49D3FB-9399-404C-AB41-E292CA3C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C0A93F-83D8-444F-B478-FEDD8E68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7EDFC3-741C-4BCA-9397-094F2260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2960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FDBAC-6362-462C-A79B-EE4B903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D26A-EE02-4596-A6D9-FF415A0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EA3EC-381C-4E79-A66A-1B07BF65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09 · ANTES DE USAR A RESPOSTA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A9E5A-D936-42A5-A63B-11E6129D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Quatro verificações que levam menos de um minuto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7A882-F82D-4650-8C10-87E8325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Especialmente importantes para decisões de operação, estoque e faturamento.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DFAFE-B807-4727-846E-99A1FC5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95105-BE2B-4B21-A3B2-455448B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8E17-1F44-463F-85F6-64A9658F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Fonte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4BE9E-782C-4842-B3D4-4D1BD7B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146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 selo é Dados do Sysemp, documento, web ou conhecimento geral?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8066C-A5DF-4735-95C6-A0B69A3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717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D6EBB-A516-46E2-AEC8-95CEFFD8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717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AE496-5959-45DE-9579-1F8D531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Cobertura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40AA0-58A4-4853-AC69-B1B4D2B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146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A data está completa? O período atual foi marcado como parcial?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CE0EB-A8C5-4906-B50B-E1F32B6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4413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C05E6-AEED-4646-AC53-EE22F589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E0B4B-B76F-4A66-AC8D-8F38C65D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Conceito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DA956-85DD-4DE2-BAD3-1C195748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Pedido, faturamento e contribuição foram mantidos separados?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4CB38-EACF-4C8B-A964-6C511E1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814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1A7DF-ABEE-44D6-B2B0-99F73AE2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814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A3805-15C4-46DA-AB1A-9995F9F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52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02C9F-6B96-4B42-ADB3-9CFF6DC7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243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Se algo parecer estranho, copie o código de 8 caracteres.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EBDD5-E4C6-4FFE-8C11-9DEFB722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292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A resposta mais convincente não substitui uma fonte que não foi consultada.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BC63A-46D2-4C0F-9B0B-DDF021D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FCE13-7F10-40AB-8700-7A7007A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544B2-4937-461C-A4BD-CD2E2350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2259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7A921E-C109-4288-BA13-9448E613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3D147-DD02-4D9D-B709-1534E5C3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1AB8C-A0A5-4462-B1CE-C180D44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10 · LIMITES DO PILOTO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04062-68B2-4977-BFFC-86415813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O que ele ainda não consegue fazer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3D46-06C5-4BC6-98B7-D1F5FDB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Reconhecer estes limites evita expectativa errada — e ajuda a reportar o problema certo.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1FE28-C305-4EB5-B349-19CC65DC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7D05B-8138-4151-B96A-F754A043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98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0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Escrever no Sysemp, aprovar, cancelar ou executar transações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1710D-73E9-4131-B1A2-0EC7D591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907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21061-EFDE-414B-B2DF-B37DA020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98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Transformar orientação jurídica, fiscal, médica ou financeira em parecer definitivo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70903-EF83-4EBB-B194-E9F0E910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2D8F5-DF65-423C-9AE4-A5C1C2D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76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Inventar histórico de estoque quando a fonte só possui a fotografia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DD222-9AAA-4E63-BFB6-1D4C811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57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0435E-0CE2-4556-8D58-9A9BBE7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76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8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Disparar alertas proativos: nesta versão, alertas são solicitados no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8FA91-6041-446D-BD34-1677F98C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3E1F7-7BF6-4D42-B1D7-3098D3AA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743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Executar macros, objetos OLE, links externos ou fórmulas recebidas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0AF00-B1E4-4CA9-BB1C-6FC50E22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242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369A0-912F-4AD8-B1E3-7778E6DC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43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3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Aceitar DOC, XLSM, DOCM ou PowerPoint como anexos de análise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8D8E2-FF24-42C8-93E7-84ECA833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BEAC4-D163-41BD-9DCD-09BCCAB3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100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08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Preservar o layout ao editar um Word, Excel ou PDF já existente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260DB-6D93-44A8-AA59-C23946A7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91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66F33-43D9-4FB5-811E-B28F7543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100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8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Publicar automaticamente no OneDrive, Knowledge ou redes sociais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23A7C-2EAA-43CA-858B-BCF0DDC2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F8A26-19BF-480F-8F13-8F96B0F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768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6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Editar objetos internos de uma imagem com um canvas de arrastar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6996E-0D23-4EB2-8AC5-D8F9A90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0577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3AC9D-5B55-4EE4-A13C-46B25C1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768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8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4"/>
                </a:solidFill>
                <a:latin typeface="Arial"/>
                <a:ea typeface="Arial"/>
                <a:cs typeface="Arial"/>
              </a:rPr>
              <a:t>Liberar uma capability desativada ou negar a política de acesso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BF938-811A-4174-9C5E-3B79DE6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703ED-B5FF-4B8A-84FA-77658C1E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823CF-DAD7-4226-9253-0532A1B3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132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70693-2B23-438E-8495-564361BF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CEEC5-AED8-4A95-96C7-A3EB04A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81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42FDA-2684-4F1A-82E5-B5A784F2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11 · PILOTO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BB389-0F40-41BA-9039-D359B53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Teste o valor — e também as bordas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36A66-68E7-4C5A-A580-782D6AAB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O piloto é bem-sucedido quando descobrimos o que ajuda, o que confunde e o que precisa ser provado.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0B61-19D6-4B69-947E-E6F90424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D434C-6D7C-499C-93D5-95D3163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Faça uma pergunta real do seu trabalho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397CD-0FB5-4B48-AC35-DCD58B9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BB7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B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89746-C3D2-46EE-88BC-E1F501A0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Confira fonte, período e conceito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8CC73-4D81-44E7-817B-3CC2EB8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C7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C7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3D393-2B1E-4EC1-84A7-07C22EA7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718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Refine na mesma conversa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7DAE5-4493-433F-A83B-38FAA24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7C8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7C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729F2-136D-4FA4-912D-84DB874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71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Reporte o trace quando falhar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37502-B8BA-447E-81C5-F8475BBA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57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42FF9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A21A2-9712-4697-8827-5480BB8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2FF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FF9B"/>
                </a:solidFill>
                <a:latin typeface="Arial"/>
                <a:ea typeface="Arial"/>
                <a:cs typeface="Arial"/>
              </a:rPr>
              <a:t>Feedback útil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E8082-78C8-46AA-ACF3-A36DD72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29150"/>
            <a:ext cx="795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F7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7F4"/>
                </a:solidFill>
                <a:latin typeface="Arial"/>
                <a:ea typeface="Arial"/>
                <a:cs typeface="Arial"/>
              </a:rPr>
              <a:t>“Eu pedi X · esperava Y · recebi Z · trace 1234abcd.”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D6EAF-DCFA-4835-B4D6-43F63E3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05400"/>
            <a:ext cx="795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79A"/>
                </a:solidFill>
                <a:latin typeface="Arial"/>
                <a:ea typeface="Arial"/>
                <a:cs typeface="Arial"/>
              </a:rPr>
              <a:t>Isso permite localizar a rota, a fonte e a etapa exata — sem expor o conteúdo inteiro do chat.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281C4-6B09-4E8C-AB04-A063077D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3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4827F-B9BB-4895-9AED-045425E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NEXUS · PILOTO FID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780D3-4C58-418A-B4C7-EB16E18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7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1A79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55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2026-10-06T13:04:53.5870000Z</dcterms:created>
  <dcterms:modified xsi:type="dcterms:W3CDTF">2026-10-06T13:04:53.5870000Z</dcterms:modified>
</coreProperties>
</file>